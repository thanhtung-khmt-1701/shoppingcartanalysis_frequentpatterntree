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1" r:id="rId5"/>
  </p:sldMasterIdLst>
  <p:notesMasterIdLst>
    <p:notesMasterId r:id="rId26"/>
  </p:notesMasterIdLst>
  <p:sldIdLst>
    <p:sldId id="357" r:id="rId6"/>
    <p:sldId id="381" r:id="rId7"/>
    <p:sldId id="459" r:id="rId8"/>
    <p:sldId id="458" r:id="rId9"/>
    <p:sldId id="457" r:id="rId10"/>
    <p:sldId id="456" r:id="rId11"/>
    <p:sldId id="460" r:id="rId12"/>
    <p:sldId id="455" r:id="rId13"/>
    <p:sldId id="454" r:id="rId14"/>
    <p:sldId id="461" r:id="rId15"/>
    <p:sldId id="463" r:id="rId16"/>
    <p:sldId id="462" r:id="rId17"/>
    <p:sldId id="446" r:id="rId18"/>
    <p:sldId id="447" r:id="rId19"/>
    <p:sldId id="448" r:id="rId20"/>
    <p:sldId id="449" r:id="rId21"/>
    <p:sldId id="450" r:id="rId22"/>
    <p:sldId id="451" r:id="rId23"/>
    <p:sldId id="452" r:id="rId24"/>
    <p:sldId id="45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EF123DD-2553-4E62-9861-4B7ACAF2DD36}">
          <p14:sldIdLst>
            <p14:sldId id="357"/>
          </p14:sldIdLst>
        </p14:section>
        <p14:section name="Lab 5313" id="{26F611B3-928F-4D8D-AD17-0395BBB4C700}">
          <p14:sldIdLst>
            <p14:sldId id="381"/>
            <p14:sldId id="459"/>
            <p14:sldId id="458"/>
            <p14:sldId id="457"/>
            <p14:sldId id="456"/>
            <p14:sldId id="460"/>
            <p14:sldId id="455"/>
            <p14:sldId id="454"/>
            <p14:sldId id="461"/>
            <p14:sldId id="463"/>
            <p14:sldId id="462"/>
          </p14:sldIdLst>
        </p14:section>
        <p14:section name="Lab 5314" id="{E09787AD-C7BC-4890-98B9-AEA0F792FD44}">
          <p14:sldIdLst>
            <p14:sldId id="446"/>
          </p14:sldIdLst>
        </p14:section>
        <p14:section name="Lab 5315" id="{C6D5C101-E94A-44CB-9881-E97C9F67D0C7}">
          <p14:sldIdLst>
            <p14:sldId id="447"/>
            <p14:sldId id="448"/>
            <p14:sldId id="449"/>
            <p14:sldId id="450"/>
            <p14:sldId id="451"/>
            <p14:sldId id="452"/>
            <p14:sldId id="4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432FF"/>
    <a:srgbClr val="011893"/>
    <a:srgbClr val="FFFFFF"/>
    <a:srgbClr val="83EA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81" autoAdjust="0"/>
    <p:restoredTop sz="84225"/>
  </p:normalViewPr>
  <p:slideViewPr>
    <p:cSldViewPr snapToGrid="0">
      <p:cViewPr varScale="1">
        <p:scale>
          <a:sx n="112" d="100"/>
          <a:sy n="112" d="100"/>
        </p:scale>
        <p:origin x="45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E4E55-6F81-4EC2-B2E8-47BFE95077A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8D250-865C-4929-8396-FC0C2C8B6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7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4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5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5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1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5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1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46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70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1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04200" y="2655767"/>
            <a:ext cx="59836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6197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Sub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3530533" y="2212733"/>
            <a:ext cx="51308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3530633" y="3685133"/>
            <a:ext cx="5130800" cy="1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CCFF"/>
              </a:buClr>
              <a:buSzPts val="1800"/>
              <a:buNone/>
              <a:defRPr sz="2400">
                <a:solidFill>
                  <a:srgbClr val="33CCFF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 rot="5400000" flipH="1">
            <a:off x="8236367" y="-56451"/>
            <a:ext cx="4917600" cy="2994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 rot="5400000" flipH="1">
            <a:off x="-930765" y="4329600"/>
            <a:ext cx="4765200" cy="29028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 rot="-5400000" flipH="1">
            <a:off x="-571392" y="3774709"/>
            <a:ext cx="2926800" cy="178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 rot="-5400000" flipH="1">
            <a:off x="751664" y="2757731"/>
            <a:ext cx="2025200" cy="123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5400000">
            <a:off x="-338264" y="3014085"/>
            <a:ext cx="1729600" cy="1053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5400000">
            <a:off x="-256797" y="2600791"/>
            <a:ext cx="1314400" cy="800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5400000" flipH="1">
            <a:off x="9623567" y="1693367"/>
            <a:ext cx="3192800" cy="19452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 rot="-5400000">
            <a:off x="10563332" y="3659052"/>
            <a:ext cx="2024800" cy="123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 rot="-5400000" flipH="1">
            <a:off x="9754536" y="3736367"/>
            <a:ext cx="1370400" cy="83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 rot="-5400000" flipH="1">
            <a:off x="8450433" y="771833"/>
            <a:ext cx="2026800" cy="12348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0283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2967567" y="2882400"/>
            <a:ext cx="6256800" cy="10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SzPts val="2400"/>
              <a:buChar char="›"/>
              <a:defRPr b="1" i="1"/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SzPts val="2400"/>
              <a:buChar char="›"/>
              <a:defRPr b="1" i="1"/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SzPts val="2400"/>
              <a:buChar char="»"/>
              <a:defRPr b="1" i="1"/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37" name="Google Shape;37;p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" name="Google Shape;42;p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 rot="-5400000" flipH="1">
            <a:off x="-478646" y="4884826"/>
            <a:ext cx="2451353" cy="1494073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319022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1 column" type="tx">
  <p:cSld name="Title + 1 colum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›"/>
              <a:defRPr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›"/>
              <a:defRPr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»"/>
              <a:defRPr/>
            </a:lvl9pPr>
          </a:lstStyle>
          <a:p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52" name="Google Shape;52;p5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58" name="Google Shape;58;p5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413183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2 columns" type="twoColTx">
  <p:cSld name="Title + 2 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body" idx="1"/>
          </p:nvPr>
        </p:nvSpPr>
        <p:spPr>
          <a:xfrm>
            <a:off x="1422800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2"/>
          </p:nvPr>
        </p:nvSpPr>
        <p:spPr>
          <a:xfrm>
            <a:off x="5632199" y="2275933"/>
            <a:ext cx="3970400" cy="429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›"/>
              <a:defRPr sz="2400"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›"/>
              <a:defRPr sz="2400"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»"/>
              <a:defRPr sz="2400"/>
            </a:lvl9pPr>
          </a:lstStyle>
          <a:p>
            <a:endParaRPr/>
          </a:p>
        </p:txBody>
      </p:sp>
      <p:grpSp>
        <p:nvGrpSpPr>
          <p:cNvPr id="68" name="Google Shape;68;p6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69" name="Google Shape;69;p6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6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75" name="Google Shape;75;p6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4688876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+ 3 columns">
  <p:cSld name="Title + 3 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body" idx="1"/>
          </p:nvPr>
        </p:nvSpPr>
        <p:spPr>
          <a:xfrm>
            <a:off x="1422800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2"/>
          </p:nvPr>
        </p:nvSpPr>
        <p:spPr>
          <a:xfrm>
            <a:off x="4259735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body" idx="3"/>
          </p:nvPr>
        </p:nvSpPr>
        <p:spPr>
          <a:xfrm>
            <a:off x="7096668" y="2235733"/>
            <a:ext cx="26988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›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›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»"/>
              <a:defRPr sz="2133"/>
            </a:lvl9pPr>
          </a:lstStyle>
          <a:p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87" name="Google Shape;87;p7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7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7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93" name="Google Shape;93;p7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7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7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7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7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7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551074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8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02" name="Google Shape;102;p8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8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8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8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8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08" name="Google Shape;108;p8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4001410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>
            <a:spLocks noGrp="1"/>
          </p:cNvSpPr>
          <p:nvPr>
            <p:ph type="body" idx="1"/>
          </p:nvPr>
        </p:nvSpPr>
        <p:spPr>
          <a:xfrm>
            <a:off x="1648667" y="5875067"/>
            <a:ext cx="8894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</a:lstStyle>
          <a:p>
            <a:endParaRPr/>
          </a:p>
        </p:txBody>
      </p:sp>
      <p:grpSp>
        <p:nvGrpSpPr>
          <p:cNvPr id="116" name="Google Shape;116;p9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17" name="Google Shape;117;p9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9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9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9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9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9"/>
          <p:cNvGrpSpPr/>
          <p:nvPr/>
        </p:nvGrpSpPr>
        <p:grpSpPr>
          <a:xfrm>
            <a:off x="4" y="3651572"/>
            <a:ext cx="963307" cy="3206419"/>
            <a:chOff x="3" y="2750304"/>
            <a:chExt cx="722480" cy="2404814"/>
          </a:xfrm>
        </p:grpSpPr>
        <p:sp>
          <p:nvSpPr>
            <p:cNvPr id="123" name="Google Shape;123;p9"/>
            <p:cNvSpPr/>
            <p:nvPr/>
          </p:nvSpPr>
          <p:spPr>
            <a:xfrm rot="5400000" flipH="1">
              <a:off x="-231667" y="3341328"/>
              <a:ext cx="1185900" cy="7224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9"/>
            <p:cNvSpPr/>
            <p:nvPr/>
          </p:nvSpPr>
          <p:spPr>
            <a:xfrm rot="5400000">
              <a:off x="-158106" y="3063820"/>
              <a:ext cx="808800" cy="4923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9"/>
            <p:cNvSpPr/>
            <p:nvPr/>
          </p:nvSpPr>
          <p:spPr>
            <a:xfrm rot="-5400000" flipH="1">
              <a:off x="-173395" y="4440518"/>
              <a:ext cx="888000" cy="5412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9"/>
            <p:cNvSpPr/>
            <p:nvPr/>
          </p:nvSpPr>
          <p:spPr>
            <a:xfrm rot="-5400000">
              <a:off x="-120147" y="2870454"/>
              <a:ext cx="614700" cy="3744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9"/>
            <p:cNvSpPr/>
            <p:nvPr/>
          </p:nvSpPr>
          <p:spPr>
            <a:xfrm rot="-5400000" flipH="1">
              <a:off x="228056" y="4058304"/>
              <a:ext cx="614400" cy="3744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9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2675335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green gradient">
  <p:cSld name="Blank green gradien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/>
          <p:nvPr/>
        </p:nvSpPr>
        <p:spPr>
          <a:xfrm rot="5400000" flipH="1">
            <a:off x="10650561" y="374329"/>
            <a:ext cx="1915731" cy="1167083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 rot="5400000" flipH="1">
            <a:off x="10282606" y="1536057"/>
            <a:ext cx="2373161" cy="144557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 rot="-5400000">
            <a:off x="11156339" y="2505730"/>
            <a:ext cx="1287111" cy="784324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 rot="-5400000">
            <a:off x="10379726" y="500336"/>
            <a:ext cx="1024101" cy="62392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 rot="-5400000" flipH="1">
            <a:off x="11361190" y="3117593"/>
            <a:ext cx="723204" cy="44056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 rot="5400000" flipH="1">
            <a:off x="-373947" y="3930641"/>
            <a:ext cx="1914201" cy="116604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 rot="5400000">
            <a:off x="-255210" y="3482704"/>
            <a:ext cx="1305511" cy="794637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 rot="-5400000" flipH="1">
            <a:off x="-279887" y="5704880"/>
            <a:ext cx="1433351" cy="873569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 rot="-5400000">
            <a:off x="-193939" y="3170587"/>
            <a:ext cx="992208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 rot="-5400000" flipH="1">
            <a:off x="368107" y="5087935"/>
            <a:ext cx="991724" cy="604332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7800242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purple gradient">
  <p:cSld name="Blank purple gradien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589332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orange gradient">
  <p:cSld name="Blank orange gradie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 rot="5400000" flipH="1">
            <a:off x="10650568" y="374337"/>
            <a:ext cx="1915600" cy="11672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 rot="5400000" flipH="1">
            <a:off x="10282576" y="1536027"/>
            <a:ext cx="2373200" cy="1445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 rot="-5400000">
            <a:off x="11156331" y="2505647"/>
            <a:ext cx="1287200" cy="78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 rot="-5400000">
            <a:off x="10379817" y="500347"/>
            <a:ext cx="1024000" cy="6240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 rot="-5400000" flipH="1">
            <a:off x="11361112" y="3117672"/>
            <a:ext cx="723200" cy="4404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 rot="5400000" flipH="1">
            <a:off x="-374023" y="3930565"/>
            <a:ext cx="1914400" cy="11660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 rot="5400000">
            <a:off x="-255336" y="3482668"/>
            <a:ext cx="1305600" cy="7948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 rot="-5400000" flipH="1">
            <a:off x="-279797" y="5704788"/>
            <a:ext cx="1433200" cy="873600"/>
          </a:xfrm>
          <a:prstGeom prst="parallelogram">
            <a:avLst>
              <a:gd name="adj" fmla="val 81897"/>
            </a:avLst>
          </a:prstGeom>
          <a:solidFill>
            <a:srgbClr val="FFFFFF">
              <a:alpha val="4885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 rot="-5400000">
            <a:off x="-194001" y="3170456"/>
            <a:ext cx="9924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 rot="-5400000" flipH="1">
            <a:off x="368203" y="5087839"/>
            <a:ext cx="991600" cy="6044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6492489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big">
  <p:cSld name="Blank big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9860270" y="-8"/>
            <a:ext cx="2331845" cy="5350695"/>
            <a:chOff x="7395202" y="-6"/>
            <a:chExt cx="1748884" cy="4013021"/>
          </a:xfrm>
        </p:grpSpPr>
        <p:sp>
          <p:nvSpPr>
            <p:cNvPr id="181" name="Google Shape;181;p14"/>
            <p:cNvSpPr/>
            <p:nvPr/>
          </p:nvSpPr>
          <p:spPr>
            <a:xfrm rot="5400000" flipH="1">
              <a:off x="7471942" y="406044"/>
              <a:ext cx="2078100" cy="12660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CC3399"/>
                </a:gs>
                <a:gs pos="100000">
                  <a:srgbClr val="6699FF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4"/>
            <p:cNvSpPr/>
            <p:nvPr/>
          </p:nvSpPr>
          <p:spPr>
            <a:xfrm rot="5400000" flipH="1">
              <a:off x="7072800" y="1666234"/>
              <a:ext cx="2574300" cy="15681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33CCCC"/>
                </a:gs>
                <a:gs pos="100000">
                  <a:srgbClr val="66FF3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4"/>
            <p:cNvSpPr/>
            <p:nvPr/>
          </p:nvSpPr>
          <p:spPr>
            <a:xfrm rot="-5400000">
              <a:off x="8020587" y="2718092"/>
              <a:ext cx="1396200" cy="850800"/>
            </a:xfrm>
            <a:prstGeom prst="parallelogram">
              <a:avLst>
                <a:gd name="adj" fmla="val 81897"/>
              </a:avLst>
            </a:prstGeom>
            <a:gradFill>
              <a:gsLst>
                <a:gs pos="0">
                  <a:srgbClr val="FF0066"/>
                </a:gs>
                <a:gs pos="100000">
                  <a:srgbClr val="FF990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4"/>
            <p:cNvSpPr/>
            <p:nvPr/>
          </p:nvSpPr>
          <p:spPr>
            <a:xfrm rot="-5400000">
              <a:off x="7178152" y="542730"/>
              <a:ext cx="1110900" cy="676800"/>
            </a:xfrm>
            <a:prstGeom prst="parallelogram">
              <a:avLst>
                <a:gd name="adj" fmla="val 81897"/>
              </a:avLst>
            </a:prstGeom>
            <a:solidFill>
              <a:srgbClr val="FFFFFF">
                <a:alpha val="14229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4"/>
            <p:cNvSpPr/>
            <p:nvPr/>
          </p:nvSpPr>
          <p:spPr>
            <a:xfrm rot="-5400000" flipH="1">
              <a:off x="8242801" y="3381815"/>
              <a:ext cx="784500" cy="477900"/>
            </a:xfrm>
            <a:prstGeom prst="parallelogram">
              <a:avLst>
                <a:gd name="adj" fmla="val 81897"/>
              </a:avLst>
            </a:prstGeom>
            <a:solidFill>
              <a:srgbClr val="0066FF">
                <a:alpha val="2269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4"/>
          <p:cNvSpPr/>
          <p:nvPr/>
        </p:nvSpPr>
        <p:spPr>
          <a:xfrm rot="5400000" flipH="1">
            <a:off x="-639487" y="2460072"/>
            <a:ext cx="3273600" cy="1994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CC3399"/>
              </a:gs>
              <a:gs pos="100000">
                <a:srgbClr val="6699FF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 rot="5400000">
            <a:off x="-349536" y="2035751"/>
            <a:ext cx="1787600" cy="10884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33CCCC"/>
              </a:gs>
              <a:gs pos="100000">
                <a:srgbClr val="66FF33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 rot="-5400000" flipH="1">
            <a:off x="-478607" y="4884785"/>
            <a:ext cx="2451200" cy="1494000"/>
          </a:xfrm>
          <a:prstGeom prst="parallelogram">
            <a:avLst>
              <a:gd name="adj" fmla="val 81897"/>
            </a:avLst>
          </a:prstGeom>
          <a:gradFill>
            <a:gsLst>
              <a:gs pos="0">
                <a:srgbClr val="FF0066"/>
              </a:gs>
              <a:gs pos="100000">
                <a:srgbClr val="FF9900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 rot="-5400000">
            <a:off x="-265403" y="1608643"/>
            <a:ext cx="1358400" cy="827600"/>
          </a:xfrm>
          <a:prstGeom prst="parallelogram">
            <a:avLst>
              <a:gd name="adj" fmla="val 81897"/>
            </a:avLst>
          </a:prstGeom>
          <a:solidFill>
            <a:srgbClr val="FFFFFF">
              <a:alpha val="14229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629645" y="4032881"/>
            <a:ext cx="1696000" cy="1033600"/>
          </a:xfrm>
          <a:prstGeom prst="parallelogram">
            <a:avLst>
              <a:gd name="adj" fmla="val 81897"/>
            </a:avLst>
          </a:prstGeom>
          <a:solidFill>
            <a:srgbClr val="0066FF">
              <a:alpha val="22690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102296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94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6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9976B-D4AB-1E4C-B38E-D0AADA5FCB3C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6D943-2B8B-6E40-82FC-356309674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24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07F35-F116-489E-AEDC-4196FAD46921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05F03-33BF-4AE1-87B6-C57898430C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51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r="85000" b="80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22784" y="1217133"/>
            <a:ext cx="7962800" cy="8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ind"/>
              <a:buNone/>
              <a:defRPr sz="3000" b="1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22784" y="2200731"/>
            <a:ext cx="7962800" cy="36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›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400"/>
              <a:buFont typeface="Hind"/>
              <a:buChar char="»"/>
              <a:defRPr sz="2400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09033" y="6416833"/>
            <a:ext cx="782800" cy="4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1pPr>
            <a:lvl2pPr lvl="1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2pPr>
            <a:lvl3pPr lvl="2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3pPr>
            <a:lvl4pPr lvl="3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4pPr>
            <a:lvl5pPr lvl="4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5pPr>
            <a:lvl6pPr lvl="5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6pPr>
            <a:lvl7pPr lvl="6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7pPr>
            <a:lvl8pPr lvl="7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8pPr>
            <a:lvl9pPr lvl="8" algn="r">
              <a:buNone/>
              <a:defRPr sz="1467">
                <a:solidFill>
                  <a:srgbClr val="FFFFFF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 smtClean="0"/>
              <a:pPr defTabSz="1219170"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15057261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1" r:id="rId9"/>
    <p:sldLayoutId id="2147483702" r:id="rId10"/>
    <p:sldLayoutId id="2147483703" r:id="rId11"/>
    <p:sldLayoutId id="2147483704" r:id="rId12"/>
    <p:sldLayoutId id="2147483719" r:id="rId1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i Nam [PPT] Template 0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042" y="-5362"/>
            <a:ext cx="12192000" cy="6858000"/>
          </a:xfrm>
          <a:prstGeom prst="rect">
            <a:avLst/>
          </a:prstGeom>
        </p:spPr>
      </p:pic>
      <p:pic>
        <p:nvPicPr>
          <p:cNvPr id="3" name="Picture 2" descr="Dai Nam [PPT] Template 0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82" y="6337584"/>
            <a:ext cx="11572999" cy="520416"/>
          </a:xfrm>
          <a:prstGeom prst="rect">
            <a:avLst/>
          </a:prstGeom>
        </p:spPr>
      </p:pic>
      <p:pic>
        <p:nvPicPr>
          <p:cNvPr id="4" name="Picture 3" descr="Dai Nam [PPT] Template 02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" y="0"/>
            <a:ext cx="3573181" cy="6858000"/>
          </a:xfrm>
          <a:prstGeom prst="rect">
            <a:avLst/>
          </a:prstGeom>
        </p:spPr>
      </p:pic>
      <p:pic>
        <p:nvPicPr>
          <p:cNvPr id="6" name="Picture 5" descr="Dai Nam [PPT] Template 0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581"/>
            <a:ext cx="3144351" cy="6298115"/>
          </a:xfrm>
          <a:prstGeom prst="rect">
            <a:avLst/>
          </a:prstGeom>
        </p:spPr>
      </p:pic>
      <p:pic>
        <p:nvPicPr>
          <p:cNvPr id="7" name="Picture 6" descr="Dai Nam [PPT] Template 04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76" y="616043"/>
            <a:ext cx="1761931" cy="15989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2541" y="3270799"/>
            <a:ext cx="810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Arial"/>
                <a:cs typeface="Arial"/>
              </a:rPr>
              <a:t>FREQUENT PATTERN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695AB-9117-8263-1CBE-2CAB6D8E5117}"/>
              </a:ext>
            </a:extLst>
          </p:cNvPr>
          <p:cNvSpPr txBox="1"/>
          <p:nvPr/>
        </p:nvSpPr>
        <p:spPr>
          <a:xfrm>
            <a:off x="3615861" y="2642891"/>
            <a:ext cx="6488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WEEK 0</a:t>
            </a:r>
            <a:r>
              <a:rPr lang="en-US" sz="2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lang="vi-VN" sz="2800" b="1">
                <a:solidFill>
                  <a:srgbClr val="FFFFFF"/>
                </a:solidFill>
                <a:latin typeface="Arial"/>
                <a:cs typeface="Arial"/>
              </a:rPr>
              <a:t> – GROUP 11</a:t>
            </a:r>
            <a:endParaRPr lang="en-US" sz="2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559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DFC66B-F739-9EE4-9FD4-38C29CF1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917F255A-6EFC-752E-1086-3C3C02F218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53BCDE-A8CD-CDBC-F046-AA75CB9F289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6F4FC-5D30-56B4-7022-85D27782ECC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521B10-4591-1FFA-BCD4-458D7D67C588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E6D727D6-68E1-47CA-DA2C-77508BB5D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EEF6C4-742C-71F4-5697-A08476940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487" y="1504833"/>
            <a:ext cx="9306176" cy="4416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04EBBB-1DFD-E8DB-DBFE-B1945C810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117" y="821865"/>
            <a:ext cx="4820323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76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85E0C-7EF5-39D0-C827-1DCFE7491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F0BB3F9-A3C2-B07B-8678-91B8907A14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2EF7E01-1994-E4E2-44AA-E4E9A9D893B3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FB220A-9509-FDA9-D688-CDF496852163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D0D3C-C7EE-EFB9-9195-9EAEF8421AD0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93C584A-2AB3-7ED2-E9A0-7854407BF6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3F1D-206F-EB8B-BBE6-0B9E40A18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33" y="1753110"/>
            <a:ext cx="10605993" cy="393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1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027A3-185A-C6DC-529D-FB3CC4D1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B651B08-D207-382F-F5F1-919829EEEA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5E0DEA0-3775-FF54-E8CD-1791859AB9A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1B4B9A-5137-CAD5-2A72-F828BF56FEF1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CE6D21-61A6-C7ED-A8E5-CED3DFE5E9A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FB9B760-49CC-13FC-1205-EF680E80A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9A71E1-576F-B7E3-77A8-78D4A8F9F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179" y="1087050"/>
            <a:ext cx="4029637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C0A1FA-EA3B-76F1-069F-16576B28F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3" y="1655922"/>
            <a:ext cx="11210011" cy="386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9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294F-6E2C-0A8A-2D8B-24F2C607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F653F5C-ED90-CACB-39BC-DA10BA623B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99AA44C-C31B-236F-B27E-581290687050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9E8393-9A63-2E74-789E-07275A905CC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C75C00-01DA-81C7-EC0F-8F63A7D6C953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CF0C081-7889-D807-5151-E4086511E5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9C96F-1533-D350-387A-969E73E14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39" y="1400807"/>
            <a:ext cx="4999203" cy="4570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12167D-195A-B492-7603-C74FF8C2C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7040" y="1383548"/>
            <a:ext cx="5037859" cy="457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2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1DE5-5B81-E416-CDD9-86C25B79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9655684C-F9CB-D6A0-A7CF-4C053AF4C6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0BCC294-F648-268B-BD78-2748700BAD6A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6EAAA2-95F2-0F6B-37E1-256875993A69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5F032F-FA1B-EE0A-F665-51B5872AD89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74A6FFB-7F2B-A753-E59A-43C1A85D3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B1F17D-5ACA-23D4-38EF-5CB27AEBE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059" y="1399642"/>
            <a:ext cx="7699453" cy="4697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78913-059C-69F2-23A8-2A2971BBC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704" y="900534"/>
            <a:ext cx="4163006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9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85DA-EEB0-6EA9-7AE5-D46EC686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8561357-81B1-86D6-872D-D7498C0ED2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C7B33B3-99CA-73F3-E632-A12D327ACDF3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0DE73-9063-AEF2-2C35-301228E48145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DDEF64-971B-6819-5E67-FFC5DCA1089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04268E4A-20A3-82AB-65BE-49023C40CD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B5F1C3-14BE-A604-A159-24BECE63E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32" y="1345563"/>
            <a:ext cx="9884219" cy="443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0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3FDC9-E84B-DDC8-DC6C-D6E37214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73E09E7B-6731-8848-4581-7F9BB849BF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9822C5D-0ACF-4FFB-0227-8FB76708B3FA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A661F-21D0-903E-5F64-1B09DFDE8E2D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3AC229-D8D0-B423-D472-651465624F07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53E6A56F-C310-02CE-114C-9427BC5F91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E7907B-EE81-F498-3237-65D06ACD9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124" y="1462235"/>
            <a:ext cx="6963747" cy="4258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8B9862-8F60-A9D1-AE2F-029BAA68ED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22" y="960312"/>
            <a:ext cx="2744556" cy="27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11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0ACC-EF76-7E42-C95B-884A94DC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46A9208B-1339-92B5-64BB-0263AF2C89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55D2D-E317-65FB-8315-1CACE107C85D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D41F9-81D4-103A-3862-89CA291A904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751FD7-CEB8-DBB9-056A-EF4E0442C447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DD573BE8-A5E1-04C5-6864-14B4A157C8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8FD050-0A4D-8BDB-22DA-B335C2A6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6" y="1740921"/>
            <a:ext cx="6056522" cy="3381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F7EEC-5BB5-3AE0-7034-A37A8CC166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310" y="1862510"/>
            <a:ext cx="5932896" cy="301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2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F451-F3AD-C8B4-64BC-2D0AC0DCB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8B8B33C5-85DF-524C-6FC4-E53E7DA4F3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0A652AE-D585-A8D6-CF07-15698B906DFC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54FF5E-74C8-4C6B-5426-CACC682CF072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EA5074-C76B-81AA-A83A-13890CCE3C8F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95D99C10-D1A5-D7B4-0945-B3184ADD49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950881-8ED5-9FB3-8465-AC652AC3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586" y="4208706"/>
            <a:ext cx="5878824" cy="201209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714AA9-7766-4AC3-DA1D-FC8A0BFD5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1548" y="654455"/>
            <a:ext cx="6737711" cy="340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2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A79BC-8584-3780-FA19-4FEC8DFD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5A398FA9-7E0D-F4AF-8037-7640CDD944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74D823-49F6-4F0B-F87F-3C590B13068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2FBE0A-0BE4-55D9-B1A2-FE156C11EE21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276F67-3BDB-9E90-EA68-75472ACCEB4F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F83F2C5-CC39-4D53-606A-A8BB0C6B2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BAE802-C864-F965-67D0-0DE77E8E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73" y="1359049"/>
            <a:ext cx="10798649" cy="486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43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5FA6-151F-0130-4197-5B33CECF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6CBC7C72-20DF-0415-92C4-6E024A2AD6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452C110-28AA-DD4D-B474-EDE3D99F9716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994B77-705B-309E-E537-97214C7536E6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DF909B-F48E-B7C8-1948-F6B075AE41F8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5313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0E693D88-DABD-268B-CA8B-B6AFC32FC0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415D8F-9F75-5151-0FDA-EA6A9BF51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13" y="1400560"/>
            <a:ext cx="10633574" cy="482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71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2EBFBF-22C7-CB85-C00C-9B46430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E8AB001-508B-47E0-6162-0CC1F215D3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D214410-660D-1F6B-747B-65257B17F061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809C88-F32B-A92F-1ADD-D8947FBC2437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B24C1-CEE5-7D6A-01D3-0911D14A72C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6600"/>
                </a:solidFill>
                <a:latin typeface="Arial"/>
                <a:cs typeface="Arial"/>
              </a:rPr>
              <a:t>LAB 5314</a:t>
            </a: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B3FC9BB-D448-CF57-3AB6-4177FD47A2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7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9108FBB-2C60-5C99-E283-B491B6509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8E7F055A-801F-CEFB-2B7E-EDDFB8DD58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C61B269-1F2A-3EA9-EA2F-A41C5D289CC2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CB5059-3477-F582-B1D4-0C55CFADFCB4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0D351A-6F1C-98C8-3CEB-E5D739DDDD0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7E06523E-3B10-60FD-ADEA-38AAE747B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2A8A8-F39B-3D52-9359-5FBB8E752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1" y="1428471"/>
            <a:ext cx="9088118" cy="4001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6481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87360E-09E3-9007-18E7-0969EB91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46A436A-56F7-157A-E0CB-D802D80FC6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A22A800-7E4A-06D1-B228-84C5BC76D44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52F377-A6A9-FF9E-C6B5-3812631863F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1F52DB-6546-C488-78FD-202C3CA72BEB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4BB6A315-4CD6-73E9-61AB-CCCC74E0D8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4" name="Picture 3" descr="A group of graphs with different colored bars&#10;&#10;AI-generated content may be incorrect.">
            <a:extLst>
              <a:ext uri="{FF2B5EF4-FFF2-40B4-BE49-F238E27FC236}">
                <a16:creationId xmlns:a16="http://schemas.microsoft.com/office/drawing/2014/main" id="{38F87991-733C-1BB4-D502-883A174A3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109" y="766294"/>
            <a:ext cx="7497781" cy="547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08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9C7194-71AC-B99B-C362-5B435A15A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F7AEF3C-595D-BC12-F5E0-4FDDDD9966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BFEE08-F04F-9E28-68FD-1A42C0169D84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977FF2-4613-8480-10B1-7AFC2C0DB2BF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73D22B-37CE-9856-E2EF-D743CDD2729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C1CEDC4A-8696-91CA-AB2F-0776D1ABA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7D1980-0B9E-F0DD-26BA-CF9CE1154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703" y="1542787"/>
            <a:ext cx="6906589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903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22F4F5-49F3-ECF6-07E1-85892055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C74BB506-935C-B147-F16D-0E5E08DCF9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19D143-7119-16DB-A944-CA3990BD0468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B063C4-20A9-0D3E-5175-DB0FBD9E44D3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FD88EE-BD98-924D-1C8D-0010F42A4E76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1D689585-C04B-FDAB-D3A6-345890C18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CEFCBC1D-16AE-A99A-81C4-F820F558D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702" y="971207"/>
            <a:ext cx="871659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014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13AFD0-3A24-F2D8-F8DF-5B152A4D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E18AFD5A-588C-C3CD-D34A-DA69289B9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A5C934-98EA-A2D1-26B0-D268CF9C15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B8A75-D91F-93F5-2ECE-BDC41DB82D3A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E9790-44E2-FA6A-DD81-6BA3CB160009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2CEF57CB-2D5F-BFD0-43C7-5FC6B65F21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F8F272-0F52-E179-1A25-401934B2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8" y="1399892"/>
            <a:ext cx="7344800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37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27EB96-7981-4D6D-4AA1-968FB39D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BEEF8946-D258-671F-D35E-690F330B0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F51AE19-3BD6-F9A5-CC90-DB8437925D2E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9887CB-CD5C-7715-6D8B-14394CFECC65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7CA5A-D853-57FE-6982-244CEF381571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6C709BCE-8A2D-8427-00AE-8F077014D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graph with green dots&#10;&#10;AI-generated content may be incorrect.">
            <a:extLst>
              <a:ext uri="{FF2B5EF4-FFF2-40B4-BE49-F238E27FC236}">
                <a16:creationId xmlns:a16="http://schemas.microsoft.com/office/drawing/2014/main" id="{FE9807A2-9445-473E-A2B2-847975B8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0561" y="749035"/>
            <a:ext cx="8596951" cy="561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56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CEDFB5-183E-889C-668C-80A8EEA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ai Nam [PPT] Template 11.png">
            <a:extLst>
              <a:ext uri="{FF2B5EF4-FFF2-40B4-BE49-F238E27FC236}">
                <a16:creationId xmlns:a16="http://schemas.microsoft.com/office/drawing/2014/main" id="{FC3A1E78-D136-B0B2-CF39-16F0874BD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7341"/>
            <a:ext cx="12192000" cy="520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A22DC0-ED62-42A2-1468-3827BBDDA840}"/>
              </a:ext>
            </a:extLst>
          </p:cNvPr>
          <p:cNvSpPr txBox="1"/>
          <p:nvPr/>
        </p:nvSpPr>
        <p:spPr>
          <a:xfrm>
            <a:off x="2104966" y="6459180"/>
            <a:ext cx="3727476" cy="298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8" dirty="0">
                <a:solidFill>
                  <a:schemeClr val="bg1"/>
                </a:solidFill>
                <a:latin typeface="Arial"/>
                <a:cs typeface="Arial"/>
              </a:rPr>
              <a:t>TÊN NGƯỜI TRÌNH BÀY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FE0469-11D5-5F20-6EB0-28715ED74CDC}"/>
              </a:ext>
            </a:extLst>
          </p:cNvPr>
          <p:cNvSpPr txBox="1"/>
          <p:nvPr/>
        </p:nvSpPr>
        <p:spPr>
          <a:xfrm>
            <a:off x="9005970" y="6459180"/>
            <a:ext cx="1824707" cy="27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Slide: </a:t>
            </a:r>
            <a:r>
              <a:rPr lang="en-US" sz="1158" dirty="0" err="1">
                <a:solidFill>
                  <a:schemeClr val="bg1"/>
                </a:solidFill>
                <a:latin typeface="Arial"/>
                <a:cs typeface="Arial"/>
              </a:rPr>
              <a:t>số</a:t>
            </a:r>
            <a:r>
              <a:rPr lang="en-US" sz="1158" dirty="0">
                <a:solidFill>
                  <a:schemeClr val="bg1"/>
                </a:solidFill>
                <a:latin typeface="Arial"/>
                <a:cs typeface="Arial"/>
              </a:rPr>
              <a:t>….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68494F-F6D3-754C-5259-03E69D6D781E}"/>
              </a:ext>
            </a:extLst>
          </p:cNvPr>
          <p:cNvSpPr txBox="1"/>
          <p:nvPr/>
        </p:nvSpPr>
        <p:spPr>
          <a:xfrm>
            <a:off x="1864487" y="52421"/>
            <a:ext cx="8463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6600"/>
                </a:solidFill>
                <a:latin typeface="Arial"/>
                <a:cs typeface="Arial"/>
              </a:rPr>
              <a:t>LAB 5315</a:t>
            </a:r>
            <a:endParaRPr lang="en-US" sz="3200" b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pic>
        <p:nvPicPr>
          <p:cNvPr id="25" name="Picture 24" descr="Dai Nam [PPT] Template 15.png">
            <a:extLst>
              <a:ext uri="{FF2B5EF4-FFF2-40B4-BE49-F238E27FC236}">
                <a16:creationId xmlns:a16="http://schemas.microsoft.com/office/drawing/2014/main" id="{540C5AA1-AC33-3DCD-3984-BE0F706411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6" y="637196"/>
            <a:ext cx="5792885" cy="17259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502939-928C-FFF1-1AB8-EA7E51E12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28" y="947391"/>
            <a:ext cx="924054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9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umain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D07835-E5E3-524F-8FCC-83CF40C46376}">
  <we:reference id="wa104381909" version="3.14.0.0" store="en-US" storeType="OMEX"/>
  <we:alternateReferences>
    <we:reference id="wa104381909" version="3.14.0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tyle mathsize=\\\&quot;16px\\\&quot;&gt;&lt;mi&gt;P&lt;/mi&gt;&lt;mfenced&gt;&lt;mi&gt;A&lt;/mi&gt;&lt;/mfenced&gt;&lt;mo&gt;=&lt;/mo&gt;&lt;mfrac&gt;&lt;mi&gt;m&lt;/mi&gt;&lt;mi&gt;n&lt;/mi&gt;&lt;/mfrac&gt;&lt;/mstyle&gt;&lt;/math&gt;\&quot;,\&quot;base64Image\&quot;:\&quot;iVBORw0KGgoAAAANSUhEUgAAAeEAAAC8CAYAAABPLRaTAAAACXBIWXMAAA7EAAAOxAGVKw4bAAAABGJhU0UAAABzCSiyGAAAF1xJREFUeNrt3Q+EFtsbwPHHWitZsZKsK5GsrCSSJEkkycpaspIkkeQnSeS6kiRyJUmWZCVZS1aSdUWykuuKJMmVSJJkRbJWkku/ee477913Z+c958z7zrzvmZnvh8O97bvnzJwzO897Zs4fEQAAFuoN0mCQzgTpTpDeBWl/wjy6g3QkSBNB+hqkH0H6FqRXQboUpJVNHmNHkIaDNB6k90H6HpbxJsy/l2YEAPhMA9mmIO0L0vUgPQzSbJB+xiTXoLkoSGcN+VTTtzDQN3LMJ4P0yZL/lyBtoYkBAD5YEqTdYQAbC9LLIP1jCWTV9MaxjK1hr/mnY9Lea3+Cc9gcpNcJ8tdAvJSmBwC02/cEwSuarjrk/2uDed9wPP6zDeZ/nqYHALTblSBdC5M+etZ3td8cA9mAJe/RJgL8e0veXeGxNpr/C5oeAOCjniA9twQxHezUWef39d8nI5/XgVz6WFrf3S4P0iOH/OtZFPP7fwZpb1j24iDdFvu7ZwAAvHTQEsQmDb97L9KjjRsItarBIKlB9kHN52aCdKDOF4lGgzwAAG11zBLETtT5vdoe6KMwGNZjyv9Znd8Zq/nM2yCtbjD/zzQxAMBXtyxBLG708rman+s83Q5D/kst+d+M+Z3aQVhPxTzCucuS/z2aGADgq8eSbNDUvpqf33bIf9ASJA9GPj8g89//dlvy32zJ/xxNDADwkfZgfxgC2Gjk8+tlbkT1hGMZtqlFtY+ZV0hlbq/+u85j7nHI/7Al/600MwDAR+stAax2RauesGf8M+w9dzqWcdeQ/7vIF4K/wn//KJWR1S7GxTzoq4NmBgD4aL8hgOlqWotqPlsdCa2rZyVZhWrWsad9sSZwbkiQ/4wh/3GaGADgK9Mc26mazx2VuWlCfQny73fsaW+p+bckG0VstOR/hCYGAPjqb0MAOx1+ZrXMvQdOuuGCaQ6yvovWkc264MZbiX8HbWNbKnMFTQwA8NESSwDTR8L6PvVZ+P9XGijD9L72fviZkfD/dWOGRQnzN63G9YYmBgD4asgQwKYjPU0dqdzZQBkfxTw1aYfMvX/ekDDvTjGP7B6hiQEAvrpmCGC6gMeaMMgl3W6waoWYH0X3ytxj6F8byH+3uI/sBgDAKy8NAWxY5h5Dn2ow/wNifhR9ReZWxGrEZTGP7O6iiQEAPlpiCWDVZSn/aqKMMUMZ1QCqvey+BvN/IW4juwEA8MqwmJeqnAmDcX8TZXyS+o+i34T/fabBvJeJ+VH0aZoYAOCrUUsQ03Spifz7HPLX1bI6G8x/2JL3RpoYAOCr95Ygpus3L2kif9t6zpr2NpH/bcuxAwDgpTUOAfK3Jsu4Y8n/ZZP5fxKWqgQA5NBxh15wd5NlzFjK2JPhl4j9NDEAwFeTliB2vsn8N1nyf91k/v+z5N9LEwMAfGRbZUpHRDe73vJvliB5rMn8TVsjvqCJAQC+2mMJkJMplGFaz1k3gljURN4dMreZRFy6QhMDAHx13RKEh1Loaf9jyP9Gk/lvtRz/LpoYAOAr06jiL2FPsxmDliC5tcn8z4l5PeoOmhgA4KMNlgB5LYUyTJtCvE8h/yeS7aN0AAAycSbjXqp6I+b1opuxWMyPuk/QxAAAX/1lCGAfU8jftlTl5ibztz3qtq1zrV9CtnEZAABabaklgKUxqviEIf/pFPI3Per+ZPndgzL33pstDgEALbXPEoS3p1DGA0P+oynk/8qQ/23D722RubnRw1wKAIBWGzcEsM8p5G9bBGSwyfyXW75EHKnzeyvDXnga06MAAEhMp+3MZtxLNb2v/SGNb1lYtdcShOPe9fYE6e/w58+kuUVCAABoyHZLABtIoYwbhvwfppD/iOUcou95dRvG6kA07Qn/wmUAAGiHy4bg9V3SWeDio6GMUynkP2UJwrX00fXz8N/1CcBGLgEAQLu8NgSvOynk328JkOtSKOObpYw1YW/4iMy9A9bH4DtpfgBAu6yW7PfePSXZDvpS/1jOI66Hv5vmBwC003Exb1vYk0IZpkfF4ymdx3SCAKyBn0U5AABtZ5q7O5VC/ralJA+ldB43HQOwDsZaQbMDANrNtq1gGgOmbFOH0gqI+lh9Rsw7QJ0UdlECACATOgDsbhiM9Z2vLlU5Efa2WYoSAAAAAADAia7ssodq8FIPbQMAxTUklfcaOql8FdXhnXtSGfRxX1j2DgAKQ/f2nJC5kX2PJJ35ekhX7SIEX6WyHRwAtN0BSbZ6SSNJe4c6Ak5HwulEbZ3vphO/R8Kboa4Hmsfh6Dtk/sTzMWl+h5EiOVtTN6c9OJ5dMn9qhM5XZDcWAG2lmyTrUPH3knw5sbQD9WSQjgZpWQ7q7ULk+K9xKc2jj3xr14gd9+S41ke+OL0UFgQA4AntxekanVfDnms7A7L2Ktd4WEf6+PlR5Hgvc+ksEN14/IVHx7Yi/NJZPbbp8MsoAHhjpVQGGiUJnq+CdDBIvZG8Foc3OX30rJtOf0yQp34h6PakTnTA1bvI8V3iUllgm8SvbevTK4feSCDWL52MngbglZMJguUTSfZ+bTAM2i55v5HKUmfttEkWLjx+g0tkgQ5Du/Z7dqy9MV8IGbAFwBt7EgThRvaZ1Bv2Zcf8p9t4E98uC9c6vcvlkfiL25CHx6uvPD5HjnOYZgTggyHHAPmuyXLOOZajjw+XtrgO9NHqbOQ4ngqjauPogLqvhvY77+lx66uS6KDEAZoTQLsdcgyOIymU9dCxrLEWnv+mmB6w9siXc2nEGrW03R2Pj/1o5Fh1ZPcGmhRAO91yDIyDKZTVJ+5TpFrxWHqlLHwHrMe3lcsi1npxe7fvs+iIbh2Y2EvTAmiXF+I2nSitrafuOwbh6xmfd08YMKLlnuOSqOu5Q7v5NkI6rt2jA7X01QMLsABouS7HnunDFMvc7xiEv2R87nFfBp5zSdR1RNwH8G30/FwGYo75Ck0MoNVcR0afSrHMXyTb0dguTtfpwfVzSdTtPX5O0G55GHl8L+a4d9LUAFrpirTn/azrSl1ZTHdZV6f3T0+oPtcpZtX0ew7OaXXMdaCPqZfQ3ABa5aXDDfVTBuW6rtJ1KOVy6y0yodOTlnI5xOqPBKsfDu2Wl/nV16X1YxEA4F+9joHwZgZlu05VOpVyuWfrlHOBy6Gux5EvZGcc2u1DTs6tT/L5ThtAAbjOD87ikbBrED6cYpm6oH/cY3Dt2TEnON6+mCcTA45tl5fRxg+EAXoA2mBc3KabZLFqlMu0qLTX+K03H3qMSyHW4rBHW62nZ+G/9zi2XV7mWtcbrb+fSwBAVvTd6KzDjfRxRuXPON7Id6dUXr+hjF1cDrGieymvr/mZy7WTl00SuiT+Pfdb8Xu+M4Ac2+oYBH/NoOxOcR9lm1YvvF6vf5YbbaxVkcAU3UlqUlqzzGmr3KtzDke4FABkwXUzhSzW1d3mWHZa7+VWGcoY51KIVRtkdbOG6MjxESnOCGl1WPK5BCeAnHrqcBP9nFHZvzkG4TMplXfJUMZBLoUFogOv/hfzGZdVz77k6JxNX9QGuSQApMl1YM2tjMp3HZS1MoWyOsW80tMqLocF9fW2pn5e1vncZsc27MrRudebu/6YywJAmoalfUsPbnAseyKl8oba0NPPs+gc4G2GYO2y5nieBr3dMZxHH5cGgLS4Tk3qyaDsB45BeG1K5d1tQaAvCl3Tu3bUs23q1muHdszT437TaxIWcwGQmmmHm+efbeyBX0upPO2tmZZYvMilMM+YzB81/ksTPcd6o6p9Nmg4j3dcHgDS4Po4OO09dddIZZStrVx9H9mdUpm2HaKGuRz+E52ydtrhd846tOeDnD0JyPP2jABywHVk8uYUy9Tdaj46lPlN5i8I0ayrUowVnbIW3dTitbjNnR50aNOZnNXFPy38YtouOyTZjlh5Tnf584ZvpqS1U0t2hfm5vIPenfK52kZhd3E5/OukNLan7krHG2FPjurireE8nhGECcJAMxaL24jWNBawWCaV94EufyjfMgjAXZZz/c7l8F871X5Jmkz4+y77Qu/OUX3ck9avo04QJgijJIYcL9xmFq7Xx8lXwsDqUtZ7SfcRtOuN5gOXw79qvyjpILak86YfObTx0RzVxy3LuQwQhAnCQBo3XFM6EfZetJcU926wM+xVb5fKe0H9/O0woCb5A9HjWZLRuR62lH2fy+HfLz/NvvO8Ke1b9CULFy3ncpYgTBAGGvXRkz8MXYFoQ8bnauvR3OFy+Hdt7topOI08anXZk3oqR3VyUFqziAxBmCCMklnT5j8GfXc42oLgW3Xfcjw3S349RJ8UDDWYzy7Hts+LvVL81xgEYaANTrThD+B9GOz0xtbZ4vO1PRofKfG1oKOVaxdsedhEXl2O10JvTupmQOyj+Nn6EnF+knKbWuIPx4PZHvaSboW9SZ2yMRP2Zn5Eejc6+EoX4HgSfuPU3zkulffES9v8B2EbtXu5xDeLS5Gg0t9kfp8crqu8DGhy6dmvJt6AIEwQTsK2fGPa+/e2W4fDuR4u6Y2iX+ZP3bqUQp53Her7ZE7qZ7vDuewSgCBMEE5gj+OBFGUt5cUO51rWfYRrF2vRHmwaS4RedKjv2zmpn16HcxkSgCBMEE7gquOB7CjIH4PLfskHSniT2JdRHex1qO+8rDbV7XAu+wUgCBOEE3DZck7f7xZlwMlWgnDs04EPNef/V4p5r5XijJB2CcKHiDcgCBOEXf0i5RvK7zIFo2xB+LwHF3oeBjS5vMoo63gCAA044niDPFqgc3YZXFOmILxK3NZ4zjoN5qCuXKZcnee2AsDVhOMNsq9A59xPEJ7nvvjxyOe3HNTVInrCANKi73hdNlJ4W7DzdnmvV5bR0bvFn/cu4wW5dngnDMCJy2PZIq4e1Ulv5r96qN0fV+eKZ/Ve9pxDnb8oSBBmdDQAJy7zN/Pyri4p277J10rQ/r9J61YJG3a4zvKw5KPL9DbmCQNw8tzxxthVwHOftpz39YK3vS46MVtzvrq8aJZLiW50/MLX73m9uUxvY8UsAFbLHW+KUwU9/0kp9y5KY5HzPZ1xeR2O15vvvcidUoypVibsogS0wD7Hi/R0Qc+/zPsJR3tzH1r0tOODw/V2wfO6K8MuSgRhoAXGHS/SDQU9/+OW8/6joOetAeKVtGc0r8tGDr5/+bEtwTldgGuEIAy0wIzDBfq5wOdvm5rzsaDnHd03+mULyx6R/E+HO1iCmzpBGMjYJscLdKzAdWBbfvB7Ac95mVQGYNWe584Wln9A8j9C2jbVqgj7UBOEgYyddbxA9xW8Hv62nH/RRoXflPYOunNdGGSTx3VoG0uwlyBMEAZsnjheoEsLXg/XLee/vUDnujnm/NZ59vShmoY9rsd7lmPvJQgThAGTJWJfqELT8xLUxVCOg0EScYOxbrXpWGYdrr1LHtflOynP8q4AMuCycpGmiyWoC12M/0cJ6uDXyHnpOa9s07E8zHHvpMPyBXaE2wsAm5uOQXhnSepjUor9qEqDbXSTjnauBnZL8jsqfzV/MwCaZVuusdpT6ihJfRyUYk/Riut5rm3j8bhs5KBpmYd1aXp9MVOivxkADdrieAN8UKI6WSzmR9K/5Pjcjop/7/oPSX6Xr7xgON4b3F4A2FxxvAGW7YYyKsUbnLVa4hdkafd77gOO1+Coh3VqenWxmdsLABPdB9VlZGpZtvGrtUGKtZGD9u5feNrDPON4DeprE58e7+qxfJf87oMMoM1+F/e5c3dKWD9/1amLTzk8F1OPrd17Qz9JcB0e8qhOt+TkOAF4yPU9XG3aU7I62mOoi/U5etpx3+MvWEcSXoPaG/blnXy9AWUfhAFZAGJ0SmXbNdu+uaZ0L+w5dZWkzl5KPrfX0yCgo7zfObbrRJA2tvDYdoRlNnINTodfIjs9vTaOc6sBUEu3KNR3VC6rYrkmzeuNVObNbilw3Q0aeju+ftHS4PatwXbVMQK6ZaNu1LE/xWO6HV4reh3+SOka1Hyehdd3q6/BdXWO6R29YABRWa+1eqDg9fe0znkPeHisXSm26zUPj8mXa7DerIIhbjcAkK71dW64U1RNKS2R+FkFj6gaAMjGDcnfFnvIRty2nxqUV1E1AJAN3cIxbnnPx1RNqSyr0ws+RtUAQLbqTVnaQ9WURtwTkUmqBQDadxPWEbHdVE3hxS3O8V4qT0kAAC2gyz/GzQ+9RtUUWrcsnHOt08DWUTUA0Fo6AOdzTCDeQdUU1pjkY4oaAJTCNlm46IQO3FpO1RTOsZgAfJhqAYD2Go65OeumD51UTWFsl4UrzZ2iWgDAD0djAvE41VII/UH6Emnbk1QLAPglbiegC1RLrq2UypaVPIIGgBzYJzy2LIoVQfoo80dBMxccADyn7w+jjy9PUC25C8AfatpPe8MbqBYAyIe+IL2OBOLTVEsu9Mv8R9C6JOkyqgUA8kUXdrgVCcSXqBav6ZSz2qcY56gSAMi34ciNXUdNd1Et3tG9iKtzvt+HARkAUADLw+CrN/iZIK2mSrzSEaS/w/YZEdYAB4BC0kFbLHPoJ11udAvVAAAAAAAAAAAAAAAAAAAAAAAAAAAAAAAAAAAAAAAAAACN0LXvh4J0MUh3pbIeftL11nXL0PNBmgp/XzdP+RakP4N0JkhLqWYAQJnpbm+63v2hII2GAfO7zN+e9WcYOF2tDdIfMXlE03SQNtEEAIAyWBakwSCdDdIdqWzn+dMxnXbIvzNIF4L0T4J8dQvY5TQNAKDI9iYIjHFpjSX/3iA9bTDv32keAECR6WPf22EPeDJIXxMEyTeWvPXx83QTAf4VzQMAKJu+MCDbguQlS3D/UvPZt0E6FvaMJexBv7Tk/52mAACUkQ7M+mEJklvq/O7GSI9aR0J31gnUBGEAAGLMGALkZ0MvuvoIejZIA4b8OyxBeIYmAACUkQZI02jm0Zjf0VHW1ZHV2hPe7FCGbaoSAAClY3tUPBj5vD6+fhL+TBfe2OpQRq+ljI80AwCgjM4agqO+K46+471Z8/PdjmXstgThTzQDAKCMpgzB8U7ks4drfnYiQRn/EwZmAQAwz2Ixvw8+UPPZdTK3nOXthOXclubmIQMAUDhDhsCowbmnJli/lrmFNRYlLMc2T/gqTQEAKJsbhsD4OOZzOhWpr4Hetm0xkAGaAgBQNm8MgbH6zndQ4h9Puxq0BOC4wV8AABTaaktwXCWV+cDVBTnGGyznqqWchzQFAKBsjhgC44vwMxMyN493aYPlvLYE4VM0BQCgbCYMgVHXgB6u+f+dDZZhW6RD01qaAgBQJrqM5KwhMOriGp/D/x5popxDwnKVAADMs1XMS0iOhf/9LkjdTZQzbgnCt2gKAEDZnDMExvc1/72ryXK+WoLwME0BACibJ2J/VzvRZBkbLfnXLgYCAEApdIt5qcrq3N2VTZbzq6WMpzQFAKBshhx6wZdSKOeRpYzzNAUAoGxGHXrBy5sso9Oht72NpgAAlM07S3C8lkIZeyxlfJPKNCkAAEqjT+yPotekUM4VSxl3aAoAQNkcswTHqZTKeWUp5whNAQAom7uW4HgohTJclqpcQVMAAMpE38F+NwRG/dmiFMrZbwnAb2gKAEDZbLcEx7GUyrEtVXmVpgAAlM0FS3AcTKmcT02Wc1gqa1sDAFAYT8U8N7gzhTK6xT4HudOht65rTi+iyQAARbBEWjNlaMBSziPD7+oymdXtExk9DQAojGFLcNyfUjknLeWcMfSgXwlziAEABXRTWrObkW1Q1s46vzcZ/vxt2GsHAKAwTIOlplIs55klCHfF/M51mVvKch1NBQAokjWWwHgixbK+WcqKrhc9Iuk/EgcAwBvHLYFxVYpl2XZOOh1+bm2QHtf8++80EwCgiO4ZguLfKZf1VexLVrKZAwCgFPTx7w9DAEy7BzqRMAD/IenMTwYAwDs7LEFwW8rl7UwQgG8RgAEARXbREARnMyrzuiX4zgiLcQAAkJl9Uhl4paOldXcmfVd8XyojsQs9D/j/FuX7EFazjeEAAAC0dEVYdE1hdGhNTAA8bWF0aCB4bWxucz0iaHR0cDovL3d3dy53My5vcmcvMTk5OC9NYXRoL01hdGhNTCI+PG1zdHlsZSBtYXRoc2l6ZT0iMTZweCI+PG1pPlA8L21pPjxtZmVuY2VkPjxtaT5BPC9taT48L21mZW5jZWQ+PG1vPj08L21vPjxtZnJhYz48bWk+bTwvbWk+PG1pPm48L21pPjwvbWZyYWM+PC9tc3R5bGU+PC9tYXRoPmqqPCcAAAAASUVORK5CYII=\&quot;,\&quot;slideId\&quot;:361,\&quot;accessibleText\&quot;:\&quot;P open parentheses A close parentheses equals m over n\&quot;,\&quot;imageHeight\&quot;:20.324324324324323}]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C35857A0665D488E68595D3D89591C" ma:contentTypeVersion="11" ma:contentTypeDescription="Create a new document." ma:contentTypeScope="" ma:versionID="6e05207ba9c49a300a9eb94dfae4f2bf">
  <xsd:schema xmlns:xsd="http://www.w3.org/2001/XMLSchema" xmlns:xs="http://www.w3.org/2001/XMLSchema" xmlns:p="http://schemas.microsoft.com/office/2006/metadata/properties" xmlns:ns2="ce7f6fe9-b62b-4a37-8d3b-f44a412d52a9" xmlns:ns3="fcb356bc-7cea-4082-8da6-372e09df0f59" targetNamespace="http://schemas.microsoft.com/office/2006/metadata/properties" ma:root="true" ma:fieldsID="d239aef0a964a08be8a524371b42374e" ns2:_="" ns3:_="">
    <xsd:import namespace="ce7f6fe9-b62b-4a37-8d3b-f44a412d52a9"/>
    <xsd:import namespace="fcb356bc-7cea-4082-8da6-372e09df0f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7f6fe9-b62b-4a37-8d3b-f44a412d52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b356bc-7cea-4082-8da6-372e09df0f5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1B17E1-62C7-4D6D-87AF-D5673F9F4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295AA3-EF4A-48C0-BE76-FB11DD8C227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7f6fe9-b62b-4a37-8d3b-f44a412d52a9"/>
    <ds:schemaRef ds:uri="fcb356bc-7cea-4082-8da6-372e09df0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E0D847-45A6-421A-8AD0-A48196E1138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41157</TotalTime>
  <Words>199</Words>
  <Application>Microsoft Office PowerPoint</Application>
  <PresentationFormat>Widescreen</PresentationFormat>
  <Paragraphs>59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Hind</vt:lpstr>
      <vt:lpstr>Office Theme</vt:lpstr>
      <vt:lpstr>1_Dumaine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dinh tanphat</cp:lastModifiedBy>
  <cp:revision>241</cp:revision>
  <dcterms:created xsi:type="dcterms:W3CDTF">2020-12-22T07:49:36Z</dcterms:created>
  <dcterms:modified xsi:type="dcterms:W3CDTF">2025-12-21T12:36:43Z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0x010100DDC35857A0665D488E68595D3D89591C</vt:lpwstr>
  </property>
</Properties>
</file>